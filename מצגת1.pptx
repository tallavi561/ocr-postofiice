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207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982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589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110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872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280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650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306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44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26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6612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0712C-8846-4E02-84E1-C7C8791A5413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67690-10F2-4ECB-898E-AB92FD1824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368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396153" y="2189283"/>
            <a:ext cx="3446584" cy="3657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.NET service</a:t>
            </a:r>
            <a:endParaRPr lang="he-IL" dirty="0"/>
          </a:p>
        </p:txBody>
      </p:sp>
      <p:sp>
        <p:nvSpPr>
          <p:cNvPr id="10" name="מלבן 9"/>
          <p:cNvSpPr/>
          <p:nvPr/>
        </p:nvSpPr>
        <p:spPr>
          <a:xfrm>
            <a:off x="1283812" y="1861208"/>
            <a:ext cx="1966546" cy="68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Python service</a:t>
            </a:r>
            <a:endParaRPr lang="he-IL" dirty="0"/>
          </a:p>
        </p:txBody>
      </p:sp>
      <p:sp>
        <p:nvSpPr>
          <p:cNvPr id="11" name="מלבן 10"/>
          <p:cNvSpPr/>
          <p:nvPr/>
        </p:nvSpPr>
        <p:spPr>
          <a:xfrm>
            <a:off x="1225061" y="3642945"/>
            <a:ext cx="1966546" cy="68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Gemini API</a:t>
            </a:r>
            <a:endParaRPr lang="he-IL" dirty="0"/>
          </a:p>
        </p:txBody>
      </p:sp>
      <p:sp>
        <p:nvSpPr>
          <p:cNvPr id="12" name="מלבן 11"/>
          <p:cNvSpPr/>
          <p:nvPr/>
        </p:nvSpPr>
        <p:spPr>
          <a:xfrm>
            <a:off x="5043854" y="322384"/>
            <a:ext cx="1966546" cy="68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FTP server</a:t>
            </a:r>
            <a:endParaRPr lang="he-IL" dirty="0"/>
          </a:p>
        </p:txBody>
      </p:sp>
      <p:grpSp>
        <p:nvGrpSpPr>
          <p:cNvPr id="24" name="קבוצה 23"/>
          <p:cNvGrpSpPr/>
          <p:nvPr/>
        </p:nvGrpSpPr>
        <p:grpSpPr>
          <a:xfrm>
            <a:off x="6304083" y="1011115"/>
            <a:ext cx="424963" cy="1178168"/>
            <a:chOff x="6304083" y="1011115"/>
            <a:chExt cx="424963" cy="1178168"/>
          </a:xfrm>
        </p:grpSpPr>
        <p:cxnSp>
          <p:nvCxnSpPr>
            <p:cNvPr id="7" name="מחבר חץ ישר 6"/>
            <p:cNvCxnSpPr/>
            <p:nvPr/>
          </p:nvCxnSpPr>
          <p:spPr>
            <a:xfrm flipV="1">
              <a:off x="6729046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מחבר חץ ישר 12"/>
            <p:cNvCxnSpPr/>
            <p:nvPr/>
          </p:nvCxnSpPr>
          <p:spPr>
            <a:xfrm>
              <a:off x="6304083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6729046" y="1415532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1</a:t>
            </a:r>
            <a:endParaRPr lang="he-IL" dirty="0"/>
          </a:p>
        </p:txBody>
      </p:sp>
      <p:sp>
        <p:nvSpPr>
          <p:cNvPr id="18" name="TextBox 17"/>
          <p:cNvSpPr txBox="1"/>
          <p:nvPr/>
        </p:nvSpPr>
        <p:spPr>
          <a:xfrm>
            <a:off x="5817759" y="1415532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2</a:t>
            </a:r>
            <a:endParaRPr lang="he-IL" dirty="0"/>
          </a:p>
        </p:txBody>
      </p:sp>
      <p:sp>
        <p:nvSpPr>
          <p:cNvPr id="19" name="TextBox 18"/>
          <p:cNvSpPr txBox="1"/>
          <p:nvPr/>
        </p:nvSpPr>
        <p:spPr>
          <a:xfrm>
            <a:off x="3638824" y="2004617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3</a:t>
            </a:r>
            <a:endParaRPr lang="he-IL" dirty="0"/>
          </a:p>
        </p:txBody>
      </p:sp>
      <p:sp>
        <p:nvSpPr>
          <p:cNvPr id="20" name="TextBox 19"/>
          <p:cNvSpPr txBox="1"/>
          <p:nvPr/>
        </p:nvSpPr>
        <p:spPr>
          <a:xfrm>
            <a:off x="3638824" y="2508682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4</a:t>
            </a:r>
            <a:endParaRPr lang="he-IL" dirty="0"/>
          </a:p>
        </p:txBody>
      </p:sp>
      <p:sp>
        <p:nvSpPr>
          <p:cNvPr id="21" name="TextBox 20"/>
          <p:cNvSpPr txBox="1"/>
          <p:nvPr/>
        </p:nvSpPr>
        <p:spPr>
          <a:xfrm>
            <a:off x="3715803" y="3382051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5</a:t>
            </a:r>
            <a:endParaRPr lang="he-IL" dirty="0"/>
          </a:p>
        </p:txBody>
      </p:sp>
      <p:sp>
        <p:nvSpPr>
          <p:cNvPr id="22" name="TextBox 21"/>
          <p:cNvSpPr txBox="1"/>
          <p:nvPr/>
        </p:nvSpPr>
        <p:spPr>
          <a:xfrm>
            <a:off x="3715803" y="4147010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6</a:t>
            </a:r>
            <a:endParaRPr lang="he-IL" dirty="0"/>
          </a:p>
        </p:txBody>
      </p:sp>
      <p:grpSp>
        <p:nvGrpSpPr>
          <p:cNvPr id="28" name="קבוצה 27"/>
          <p:cNvGrpSpPr/>
          <p:nvPr/>
        </p:nvGrpSpPr>
        <p:grpSpPr>
          <a:xfrm rot="16200000">
            <a:off x="3581398" y="2094058"/>
            <a:ext cx="424963" cy="1046287"/>
            <a:chOff x="6304083" y="1011115"/>
            <a:chExt cx="424963" cy="1178168"/>
          </a:xfrm>
        </p:grpSpPr>
        <p:cxnSp>
          <p:nvCxnSpPr>
            <p:cNvPr id="29" name="מחבר חץ ישר 28"/>
            <p:cNvCxnSpPr/>
            <p:nvPr/>
          </p:nvCxnSpPr>
          <p:spPr>
            <a:xfrm flipV="1">
              <a:off x="6729046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מחבר חץ ישר 29"/>
            <p:cNvCxnSpPr/>
            <p:nvPr/>
          </p:nvCxnSpPr>
          <p:spPr>
            <a:xfrm>
              <a:off x="6304083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קבוצה 30"/>
          <p:cNvGrpSpPr/>
          <p:nvPr/>
        </p:nvGrpSpPr>
        <p:grpSpPr>
          <a:xfrm rot="16200000">
            <a:off x="3554424" y="3509482"/>
            <a:ext cx="424963" cy="1046287"/>
            <a:chOff x="6304083" y="1011115"/>
            <a:chExt cx="424963" cy="1178168"/>
          </a:xfrm>
        </p:grpSpPr>
        <p:cxnSp>
          <p:nvCxnSpPr>
            <p:cNvPr id="32" name="מחבר חץ ישר 31"/>
            <p:cNvCxnSpPr/>
            <p:nvPr/>
          </p:nvCxnSpPr>
          <p:spPr>
            <a:xfrm flipV="1">
              <a:off x="6729046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מחבר חץ ישר 32"/>
            <p:cNvCxnSpPr/>
            <p:nvPr/>
          </p:nvCxnSpPr>
          <p:spPr>
            <a:xfrm>
              <a:off x="6304083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מלבן 33"/>
          <p:cNvSpPr/>
          <p:nvPr/>
        </p:nvSpPr>
        <p:spPr>
          <a:xfrm>
            <a:off x="1257002" y="5096607"/>
            <a:ext cx="1966546" cy="68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Gemini API</a:t>
            </a:r>
            <a:endParaRPr lang="he-IL" dirty="0"/>
          </a:p>
        </p:txBody>
      </p:sp>
      <p:sp>
        <p:nvSpPr>
          <p:cNvPr id="35" name="TextBox 34"/>
          <p:cNvSpPr txBox="1"/>
          <p:nvPr/>
        </p:nvSpPr>
        <p:spPr>
          <a:xfrm>
            <a:off x="3821907" y="4819423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7</a:t>
            </a:r>
            <a:endParaRPr lang="he-IL" dirty="0"/>
          </a:p>
        </p:txBody>
      </p:sp>
      <p:sp>
        <p:nvSpPr>
          <p:cNvPr id="36" name="TextBox 35"/>
          <p:cNvSpPr txBox="1"/>
          <p:nvPr/>
        </p:nvSpPr>
        <p:spPr>
          <a:xfrm>
            <a:off x="3821907" y="5584382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8</a:t>
            </a:r>
            <a:endParaRPr lang="he-IL" dirty="0"/>
          </a:p>
        </p:txBody>
      </p:sp>
      <p:grpSp>
        <p:nvGrpSpPr>
          <p:cNvPr id="37" name="קבוצה 36"/>
          <p:cNvGrpSpPr/>
          <p:nvPr/>
        </p:nvGrpSpPr>
        <p:grpSpPr>
          <a:xfrm rot="16200000">
            <a:off x="3660528" y="4946854"/>
            <a:ext cx="424963" cy="1046287"/>
            <a:chOff x="6304083" y="1011115"/>
            <a:chExt cx="424963" cy="1178168"/>
          </a:xfrm>
        </p:grpSpPr>
        <p:cxnSp>
          <p:nvCxnSpPr>
            <p:cNvPr id="38" name="מחבר חץ ישר 37"/>
            <p:cNvCxnSpPr/>
            <p:nvPr/>
          </p:nvCxnSpPr>
          <p:spPr>
            <a:xfrm flipV="1">
              <a:off x="6729046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מחבר חץ ישר 38"/>
            <p:cNvCxnSpPr/>
            <p:nvPr/>
          </p:nvCxnSpPr>
          <p:spPr>
            <a:xfrm>
              <a:off x="6304083" y="1011115"/>
              <a:ext cx="0" cy="1178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8335108" y="729762"/>
            <a:ext cx="3754315" cy="61863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מבנה:</a:t>
            </a:r>
          </a:p>
          <a:p>
            <a:pPr marL="342900" indent="-342900">
              <a:buAutoNum type="arabicPeriod"/>
            </a:pPr>
            <a:r>
              <a:rPr lang="he-IL" dirty="0" smtClean="0"/>
              <a:t>כל 5 שניות דוגמים את שרת ה </a:t>
            </a:r>
            <a:r>
              <a:rPr lang="en-US" dirty="0" smtClean="0"/>
              <a:t>FTP</a:t>
            </a:r>
            <a:r>
              <a:rPr lang="he-IL" dirty="0" smtClean="0"/>
              <a:t> , מחפשים האם קיימות תיקיות חדשות.</a:t>
            </a:r>
          </a:p>
          <a:p>
            <a:pPr marL="342900" indent="-342900">
              <a:buAutoNum type="arabicPeriod"/>
            </a:pPr>
            <a:r>
              <a:rPr lang="he-IL" dirty="0" smtClean="0"/>
              <a:t>במידה וכן, מעתיקים את התמונות אל השירות.</a:t>
            </a:r>
          </a:p>
          <a:p>
            <a:pPr marL="342900" indent="-342900">
              <a:buAutoNum type="arabicPeriod"/>
            </a:pPr>
            <a:r>
              <a:rPr lang="he-IL" dirty="0" smtClean="0"/>
              <a:t>שולחים לשרת </a:t>
            </a:r>
            <a:r>
              <a:rPr lang="he-IL" dirty="0" err="1" smtClean="0"/>
              <a:t>הפייתון</a:t>
            </a:r>
            <a:r>
              <a:rPr lang="he-IL" dirty="0" smtClean="0"/>
              <a:t> על מנת לקבל </a:t>
            </a:r>
            <a:r>
              <a:rPr lang="he-IL" dirty="0" err="1" smtClean="0"/>
              <a:t>קורדינאטות</a:t>
            </a:r>
            <a:r>
              <a:rPr lang="he-IL" dirty="0" smtClean="0"/>
              <a:t> של המיקומים של החבילות.</a:t>
            </a:r>
          </a:p>
          <a:p>
            <a:pPr marL="342900" indent="-342900">
              <a:buAutoNum type="arabicPeriod"/>
            </a:pPr>
            <a:r>
              <a:rPr lang="he-IL" dirty="0" smtClean="0"/>
              <a:t>מקבלים את התשובה בפורמט </a:t>
            </a:r>
            <a:r>
              <a:rPr lang="en-US" dirty="0" smtClean="0"/>
              <a:t>JSON</a:t>
            </a:r>
            <a:r>
              <a:rPr lang="he-IL" dirty="0" smtClean="0"/>
              <a:t>.</a:t>
            </a:r>
          </a:p>
          <a:p>
            <a:pPr marL="342900" indent="-342900">
              <a:buAutoNum type="arabicPeriod"/>
            </a:pPr>
            <a:r>
              <a:rPr lang="he-IL" dirty="0" smtClean="0"/>
              <a:t>שולחים את אחת מהתמונות החתוכות ל </a:t>
            </a:r>
            <a:r>
              <a:rPr lang="en-US" dirty="0" smtClean="0"/>
              <a:t>GEMINI</a:t>
            </a:r>
            <a:r>
              <a:rPr lang="he-IL" dirty="0" smtClean="0"/>
              <a:t> על מנת להמיר את </a:t>
            </a:r>
            <a:r>
              <a:rPr lang="he-IL" dirty="0" err="1" smtClean="0"/>
              <a:t>התמונת</a:t>
            </a:r>
            <a:r>
              <a:rPr lang="he-IL" dirty="0" smtClean="0"/>
              <a:t> ל</a:t>
            </a:r>
            <a:r>
              <a:rPr lang="en-US" dirty="0" smtClean="0"/>
              <a:t>TEXT</a:t>
            </a:r>
            <a:r>
              <a:rPr lang="he-IL" dirty="0" smtClean="0"/>
              <a:t> . </a:t>
            </a:r>
          </a:p>
          <a:p>
            <a:pPr marL="342900" indent="-342900">
              <a:buAutoNum type="arabicPeriod"/>
            </a:pPr>
            <a:r>
              <a:rPr lang="he-IL" dirty="0" smtClean="0"/>
              <a:t>מקבלים את התשובה בפורמט </a:t>
            </a:r>
            <a:r>
              <a:rPr lang="en-US" dirty="0" smtClean="0"/>
              <a:t>JSON</a:t>
            </a:r>
            <a:r>
              <a:rPr lang="en-US" dirty="0"/>
              <a:t> </a:t>
            </a:r>
            <a:r>
              <a:rPr lang="he-IL" dirty="0" smtClean="0"/>
              <a:t>על סמך ה </a:t>
            </a:r>
            <a:r>
              <a:rPr lang="en-US" dirty="0" smtClean="0"/>
              <a:t>INTERFACE</a:t>
            </a:r>
            <a:r>
              <a:rPr lang="he-IL" dirty="0" smtClean="0"/>
              <a:t> שסיכמתי עם איתי.</a:t>
            </a:r>
          </a:p>
          <a:p>
            <a:pPr marL="342900" indent="-342900">
              <a:buAutoNum type="arabicPeriod"/>
            </a:pPr>
            <a:r>
              <a:rPr lang="he-IL" dirty="0" smtClean="0"/>
              <a:t>שולחים ל </a:t>
            </a:r>
            <a:r>
              <a:rPr lang="en-US" dirty="0" smtClean="0"/>
              <a:t>GEMINI</a:t>
            </a:r>
            <a:r>
              <a:rPr lang="he-IL" dirty="0" smtClean="0"/>
              <a:t> את המערך של כל התשובות על מנת לאמת אותן ולאחד את התמונות ששוכפלו.</a:t>
            </a:r>
          </a:p>
          <a:p>
            <a:pPr marL="342900" indent="-342900">
              <a:buAutoNum type="arabicPeriod"/>
            </a:pPr>
            <a:r>
              <a:rPr lang="he-IL" dirty="0" smtClean="0"/>
              <a:t>מקבלים את התשובה בפורמט כנ"ל.</a:t>
            </a:r>
          </a:p>
          <a:p>
            <a:pPr marL="342900" indent="-342900">
              <a:buAutoNum type="arabicPeriod"/>
            </a:pPr>
            <a:r>
              <a:rPr lang="he-IL" dirty="0" smtClean="0"/>
              <a:t>בדיקת נכונות הפורמט, ושליחה לשלב הבא – לשירות של איתי.</a:t>
            </a:r>
            <a:endParaRPr lang="he-IL" dirty="0"/>
          </a:p>
        </p:txBody>
      </p:sp>
      <p:cxnSp>
        <p:nvCxnSpPr>
          <p:cNvPr id="41" name="מחבר חץ ישר 40"/>
          <p:cNvCxnSpPr/>
          <p:nvPr/>
        </p:nvCxnSpPr>
        <p:spPr>
          <a:xfrm flipH="1">
            <a:off x="6101860" y="5971477"/>
            <a:ext cx="17585" cy="781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47696" y="6177406"/>
            <a:ext cx="3016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9</a:t>
            </a:r>
            <a:endParaRPr lang="he-IL" dirty="0"/>
          </a:p>
        </p:txBody>
      </p:sp>
      <p:sp>
        <p:nvSpPr>
          <p:cNvPr id="42" name="מלבן 41"/>
          <p:cNvSpPr/>
          <p:nvPr/>
        </p:nvSpPr>
        <p:spPr>
          <a:xfrm>
            <a:off x="1207885" y="2020907"/>
            <a:ext cx="1966546" cy="68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Python service</a:t>
            </a:r>
            <a:endParaRPr lang="he-IL" dirty="0"/>
          </a:p>
        </p:txBody>
      </p:sp>
      <p:sp>
        <p:nvSpPr>
          <p:cNvPr id="43" name="מלבן 42"/>
          <p:cNvSpPr/>
          <p:nvPr/>
        </p:nvSpPr>
        <p:spPr>
          <a:xfrm>
            <a:off x="1111171" y="2147534"/>
            <a:ext cx="1966546" cy="68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Python service</a:t>
            </a:r>
            <a:endParaRPr lang="he-IL" dirty="0"/>
          </a:p>
        </p:txBody>
      </p:sp>
      <p:sp>
        <p:nvSpPr>
          <p:cNvPr id="45" name="מלבן 44"/>
          <p:cNvSpPr/>
          <p:nvPr/>
        </p:nvSpPr>
        <p:spPr>
          <a:xfrm>
            <a:off x="1035244" y="2307233"/>
            <a:ext cx="1966546" cy="68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Python service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6586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/>
          <p:cNvSpPr/>
          <p:nvPr/>
        </p:nvSpPr>
        <p:spPr>
          <a:xfrm>
            <a:off x="3692769" y="1046284"/>
            <a:ext cx="5196254" cy="39477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 4"/>
          <p:cNvSpPr/>
          <p:nvPr/>
        </p:nvSpPr>
        <p:spPr>
          <a:xfrm>
            <a:off x="4158762" y="1468316"/>
            <a:ext cx="1512276" cy="1397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 smtClean="0"/>
              <a:t>il</a:t>
            </a:r>
            <a:r>
              <a:rPr lang="en-US" dirty="0" smtClean="0"/>
              <a:t> – 02-536</a:t>
            </a:r>
          </a:p>
          <a:p>
            <a:pPr algn="ctr"/>
            <a:r>
              <a:rPr lang="en-US" dirty="0" err="1" smtClean="0"/>
              <a:t>Kfar</a:t>
            </a:r>
            <a:r>
              <a:rPr lang="en-US" dirty="0" smtClean="0"/>
              <a:t> </a:t>
            </a:r>
            <a:r>
              <a:rPr lang="en-US" dirty="0" err="1" smtClean="0"/>
              <a:t>saba</a:t>
            </a:r>
            <a:r>
              <a:rPr lang="en-US" dirty="0" smtClean="0"/>
              <a:t> – 78/5</a:t>
            </a:r>
            <a:endParaRPr lang="he-IL" dirty="0"/>
          </a:p>
        </p:txBody>
      </p:sp>
      <p:sp>
        <p:nvSpPr>
          <p:cNvPr id="6" name="מלבן 5"/>
          <p:cNvSpPr/>
          <p:nvPr/>
        </p:nvSpPr>
        <p:spPr>
          <a:xfrm>
            <a:off x="6137031" y="1248508"/>
            <a:ext cx="2453054" cy="1389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Il Jerusalem – 55-941</a:t>
            </a:r>
          </a:p>
          <a:p>
            <a:pPr algn="ctr"/>
            <a:r>
              <a:rPr lang="en-US" dirty="0" smtClean="0"/>
              <a:t>8/1</a:t>
            </a:r>
            <a:endParaRPr lang="he-IL" dirty="0"/>
          </a:p>
        </p:txBody>
      </p:sp>
      <p:sp>
        <p:nvSpPr>
          <p:cNvPr id="8" name="מלבן 7"/>
          <p:cNvSpPr/>
          <p:nvPr/>
        </p:nvSpPr>
        <p:spPr>
          <a:xfrm>
            <a:off x="5231423" y="3233372"/>
            <a:ext cx="1652954" cy="1463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en-US" dirty="0" smtClean="0"/>
              <a:t>Il – 56-196</a:t>
            </a:r>
          </a:p>
          <a:p>
            <a:pPr algn="ctr"/>
            <a:r>
              <a:rPr lang="en-US" dirty="0" smtClean="0"/>
              <a:t>beer </a:t>
            </a:r>
            <a:r>
              <a:rPr lang="en-US" dirty="0" err="1" smtClean="0"/>
              <a:t>sheva</a:t>
            </a:r>
            <a:r>
              <a:rPr lang="en-US" dirty="0"/>
              <a:t> </a:t>
            </a:r>
            <a:r>
              <a:rPr lang="en-US" dirty="0" smtClean="0"/>
              <a:t>6/5</a:t>
            </a:r>
            <a:endParaRPr lang="he-IL" dirty="0"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421" y="1670607"/>
            <a:ext cx="6191268" cy="450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5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151</Words>
  <Application>Microsoft Office PowerPoint</Application>
  <PresentationFormat>מסך רחב</PresentationFormat>
  <Paragraphs>33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user</cp:lastModifiedBy>
  <cp:revision>6</cp:revision>
  <dcterms:created xsi:type="dcterms:W3CDTF">2025-10-30T20:22:12Z</dcterms:created>
  <dcterms:modified xsi:type="dcterms:W3CDTF">2025-11-27T22:32:46Z</dcterms:modified>
</cp:coreProperties>
</file>