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005" autoAdjust="0"/>
    <p:restoredTop sz="94660"/>
  </p:normalViewPr>
  <p:slideViewPr>
    <p:cSldViewPr snapToGrid="0">
      <p:cViewPr>
        <p:scale>
          <a:sx n="75" d="100"/>
          <a:sy n="75" d="100"/>
        </p:scale>
        <p:origin x="974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 smtClean="0"/>
              <a:t>לחץ כדי לערוך סגנון כותרת משנה של תבנית בסיס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72072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89829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85892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81106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8724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2809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36509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03060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4440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6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56612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F0712C-8846-4E02-84E1-C7C8791A5413}" type="datetimeFigureOut">
              <a:rPr lang="he-IL" smtClean="0"/>
              <a:t>ח'/חשון/תשפ"ו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13682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/>
          <p:cNvSpPr/>
          <p:nvPr/>
        </p:nvSpPr>
        <p:spPr>
          <a:xfrm>
            <a:off x="3692769" y="1046284"/>
            <a:ext cx="5196254" cy="39477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מלבן 4"/>
          <p:cNvSpPr/>
          <p:nvPr/>
        </p:nvSpPr>
        <p:spPr>
          <a:xfrm>
            <a:off x="4158762" y="1468316"/>
            <a:ext cx="1512276" cy="13979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err="1" smtClean="0"/>
              <a:t>il</a:t>
            </a:r>
            <a:r>
              <a:rPr lang="en-US" dirty="0" smtClean="0"/>
              <a:t> – 02-536</a:t>
            </a:r>
          </a:p>
          <a:p>
            <a:pPr algn="ctr"/>
            <a:r>
              <a:rPr lang="en-US" dirty="0" err="1" smtClean="0"/>
              <a:t>Kfar</a:t>
            </a:r>
            <a:r>
              <a:rPr lang="en-US" dirty="0" smtClean="0"/>
              <a:t> </a:t>
            </a:r>
            <a:r>
              <a:rPr lang="en-US" dirty="0" err="1" smtClean="0"/>
              <a:t>saba</a:t>
            </a:r>
            <a:r>
              <a:rPr lang="en-US" dirty="0" smtClean="0"/>
              <a:t> – 78/5</a:t>
            </a:r>
            <a:endParaRPr lang="he-IL" dirty="0"/>
          </a:p>
        </p:txBody>
      </p:sp>
      <p:sp>
        <p:nvSpPr>
          <p:cNvPr id="6" name="מלבן 5"/>
          <p:cNvSpPr/>
          <p:nvPr/>
        </p:nvSpPr>
        <p:spPr>
          <a:xfrm>
            <a:off x="6137031" y="1248508"/>
            <a:ext cx="2453054" cy="13891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Il Jerusalem – 55-941</a:t>
            </a:r>
          </a:p>
          <a:p>
            <a:pPr algn="ctr"/>
            <a:r>
              <a:rPr lang="en-US" dirty="0" smtClean="0"/>
              <a:t>8/1</a:t>
            </a:r>
            <a:endParaRPr lang="he-IL" dirty="0"/>
          </a:p>
        </p:txBody>
      </p:sp>
      <p:sp>
        <p:nvSpPr>
          <p:cNvPr id="8" name="מלבן 7"/>
          <p:cNvSpPr/>
          <p:nvPr/>
        </p:nvSpPr>
        <p:spPr>
          <a:xfrm>
            <a:off x="5231423" y="3233372"/>
            <a:ext cx="1652954" cy="14639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dirty="0" smtClean="0"/>
              <a:t>Il – 56-196</a:t>
            </a:r>
          </a:p>
          <a:p>
            <a:pPr algn="ctr"/>
            <a:r>
              <a:rPr lang="en-US" dirty="0" smtClean="0"/>
              <a:t>beer </a:t>
            </a:r>
            <a:r>
              <a:rPr lang="en-US" dirty="0" err="1" smtClean="0"/>
              <a:t>sheva</a:t>
            </a:r>
            <a:r>
              <a:rPr lang="en-US" dirty="0"/>
              <a:t> </a:t>
            </a:r>
            <a:r>
              <a:rPr lang="en-US" dirty="0" smtClean="0"/>
              <a:t>6/5</a:t>
            </a:r>
            <a:endParaRPr lang="he-IL" dirty="0"/>
          </a:p>
        </p:txBody>
      </p:sp>
      <p:pic>
        <p:nvPicPr>
          <p:cNvPr id="9" name="תמונה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451" y="1383425"/>
            <a:ext cx="6191268" cy="450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868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18</Words>
  <Application>Microsoft Office PowerPoint</Application>
  <PresentationFormat>מסך רחב</PresentationFormat>
  <Paragraphs>6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user</dc:creator>
  <cp:lastModifiedBy>user</cp:lastModifiedBy>
  <cp:revision>3</cp:revision>
  <dcterms:created xsi:type="dcterms:W3CDTF">2025-10-30T20:22:12Z</dcterms:created>
  <dcterms:modified xsi:type="dcterms:W3CDTF">2025-10-30T21:13:55Z</dcterms:modified>
</cp:coreProperties>
</file>